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1D4-AB13-4F71-B6E5-BA7C1F52562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03F5-0608-4E26-8F8E-E4D86A064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88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1D4-AB13-4F71-B6E5-BA7C1F52562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03F5-0608-4E26-8F8E-E4D86A064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07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1D4-AB13-4F71-B6E5-BA7C1F52562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03F5-0608-4E26-8F8E-E4D86A064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4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1D4-AB13-4F71-B6E5-BA7C1F52562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03F5-0608-4E26-8F8E-E4D86A064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184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1D4-AB13-4F71-B6E5-BA7C1F52562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03F5-0608-4E26-8F8E-E4D86A064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846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1D4-AB13-4F71-B6E5-BA7C1F52562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03F5-0608-4E26-8F8E-E4D86A064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84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1D4-AB13-4F71-B6E5-BA7C1F52562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03F5-0608-4E26-8F8E-E4D86A064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02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1D4-AB13-4F71-B6E5-BA7C1F52562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03F5-0608-4E26-8F8E-E4D86A064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653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1D4-AB13-4F71-B6E5-BA7C1F52562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03F5-0608-4E26-8F8E-E4D86A064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548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1D4-AB13-4F71-B6E5-BA7C1F52562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03F5-0608-4E26-8F8E-E4D86A064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57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1D4-AB13-4F71-B6E5-BA7C1F52562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03F5-0608-4E26-8F8E-E4D86A064AD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79960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1D4-AB13-4F71-B6E5-BA7C1F52562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03F5-0608-4E26-8F8E-E4D86A064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62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1D4-AB13-4F71-B6E5-BA7C1F52562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03F5-0608-4E26-8F8E-E4D86A064AD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73887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1D4-AB13-4F71-B6E5-BA7C1F52562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03F5-0608-4E26-8F8E-E4D86A064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148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1D4-AB13-4F71-B6E5-BA7C1F52562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03F5-0608-4E26-8F8E-E4D86A064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4744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F71D4-AB13-4F71-B6E5-BA7C1F52562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4F03F5-0608-4E26-8F8E-E4D86A064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8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F71D4-AB13-4F71-B6E5-BA7C1F52562B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74F03F5-0608-4E26-8F8E-E4D86A064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64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2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5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224" cy="621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54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202342" cy="579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030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202342" cy="579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127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2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269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588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81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92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818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546" y="263768"/>
            <a:ext cx="9311054" cy="643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893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7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20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2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72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2025-11-10T17:35:28Z</dcterms:created>
  <dcterms:modified xsi:type="dcterms:W3CDTF">2025-11-10T18:02:05Z</dcterms:modified>
</cp:coreProperties>
</file>